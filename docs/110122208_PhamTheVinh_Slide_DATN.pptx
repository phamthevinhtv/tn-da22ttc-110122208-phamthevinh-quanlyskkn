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34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8" autoAdjust="0"/>
    <p:restoredTop sz="94660"/>
  </p:normalViewPr>
  <p:slideViewPr>
    <p:cSldViewPr snapToGrid="0">
      <p:cViewPr varScale="1">
        <p:scale>
          <a:sx n="79" d="100"/>
          <a:sy n="79" d="100"/>
        </p:scale>
        <p:origin x="107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E2E3BF-0AEB-42A4-8FF6-AEE881CEA84A}" type="datetimeFigureOut">
              <a:rPr lang="vi-VN" smtClean="0"/>
              <a:t>29/06/2026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FB899C-1D59-4F18-A1D2-9237D17F4208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74934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29/06/2026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964013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29/06/2026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784320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29/06/2026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34310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29/06/2026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89571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29/06/2026</a:t>
            </a:fld>
            <a:endParaRPr lang="vi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90983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29/06/2026</a:t>
            </a:fld>
            <a:endParaRPr lang="vi-V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98058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29/06/2026</a:t>
            </a:fld>
            <a:endParaRPr lang="vi-V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370092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29/06/2026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5805293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29/06/2026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22104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29/06/2026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358100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914FA-AE9A-4CAD-86FB-E2DE0543F47F}" type="datetimeFigureOut">
              <a:rPr lang="vi-VN" smtClean="0"/>
              <a:t>29/06/2026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85660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2914FA-AE9A-4CAD-86FB-E2DE0543F47F}" type="datetimeFigureOut">
              <a:rPr lang="vi-VN" smtClean="0"/>
              <a:t>29/06/2026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A400BB-79BD-46DF-BF3D-8C0155553C8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880729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350938"/>
            <a:ext cx="9144000" cy="1095375"/>
          </a:xfrm>
        </p:spPr>
        <p:txBody>
          <a:bodyPr anchor="ctr">
            <a:normAutofit/>
          </a:bodyPr>
          <a:lstStyle/>
          <a:p>
            <a:r>
              <a:rPr lang="vi-VN" sz="2400" b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ĐẠI HỌC TRÀ VINH</a:t>
            </a:r>
            <a:br>
              <a:rPr lang="vi-VN" sz="2400" b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vi-VN" sz="2400" b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TRƯỜNG KỸ THUẬT VÀ CÔNG NGHỆ</a:t>
            </a:r>
            <a:endParaRPr lang="vi-VN" sz="2400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1848253"/>
            <a:ext cx="9144000" cy="398834"/>
          </a:xfrm>
        </p:spPr>
        <p:txBody>
          <a:bodyPr anchor="ctr">
            <a:noAutofit/>
          </a:bodyPr>
          <a:lstStyle/>
          <a:p>
            <a:r>
              <a:rPr lang="en-US" sz="2800" b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ĐỒ ÁN TỐT NGHIỆP</a:t>
            </a:r>
            <a:endParaRPr lang="vi-VN" sz="2800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 descr="C:\Users\thevi\AppData\Local\Microsoft\Windows\Clipboard\HistoryData\{7833C2A7-A3CB-481E-B880-C43EB52CA479}\{6682D22E-38CE-42B6-A451-DFB5313782C6}\ResourceMap\{F06AC49A-3D44-4869-A900-B79663DBCD0A}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589" y="350938"/>
            <a:ext cx="1080000" cy="10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Subtitle 2"/>
          <p:cNvSpPr txBox="1">
            <a:spLocks/>
          </p:cNvSpPr>
          <p:nvPr/>
        </p:nvSpPr>
        <p:spPr>
          <a:xfrm>
            <a:off x="1342417" y="2373550"/>
            <a:ext cx="9507167" cy="19066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XÂY DỰNG HỆ THỐNG QUẢN LÝ </a:t>
            </a:r>
          </a:p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SÁNG KIẾN KINH NGHIỆM CỦA GIẢNG VIÊN </a:t>
            </a:r>
          </a:p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Ở TRƯỜNG ĐẠI HỌC THEO HƯỚNG NGỮ NGHĨA</a:t>
            </a:r>
          </a:p>
        </p:txBody>
      </p:sp>
      <p:sp>
        <p:nvSpPr>
          <p:cNvPr id="6" name="Subtitle 2"/>
          <p:cNvSpPr txBox="1">
            <a:spLocks/>
          </p:cNvSpPr>
          <p:nvPr/>
        </p:nvSpPr>
        <p:spPr>
          <a:xfrm>
            <a:off x="2106038" y="4604293"/>
            <a:ext cx="7979923" cy="39883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GVHD: TS. Nguyễn Trần Diễm Hạnh		SVTH: Phạm Thế Vinh</a:t>
            </a:r>
            <a:endParaRPr lang="vi-VN" sz="2000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91976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GIỚI THIỆU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vi-VN" sz="2600" b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Tính cấp thiết: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Quản lý sáng kiến hiện nay còn thủ công, lưu trữ riêng lẻ, phân tán.  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 cứu thông tin theo từ khóa đơn giản.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Quy trình xét duyệt, đánh giá qua nhiều giai đoạn, cần số hóa thống nhất.  </a:t>
            </a:r>
          </a:p>
          <a:p>
            <a:pPr marL="0" indent="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vi-VN" sz="2600" b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Mục tiêu nghiên cứu: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Xây dựng phần mềm quản lý tập trung hồ sơ, tiếp nhận và đánh giá.  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Tích hợp chức năng tìm kiếm theo hướng ngữ nghĩa ở mức cơ bản. </a:t>
            </a:r>
            <a:endParaRPr lang="vi-VN" sz="2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859705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CƠ SỞ LÝ THUYẾT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Quy trình xử lý sáng kiến kinh nghiệm.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Quy trình xử lý văn bản và tìm kiếm hướng ngữ nghĩa.</a:t>
            </a:r>
            <a:endParaRPr lang="vi-VN" sz="2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Kỹ thuật N-grams.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Mô hình ngôn ngữ lớn và Generative AI.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Công nghệ: ASP.NET Core MVC, Oracle Database, TailwindCSS &amp; DaisyUI.</a:t>
            </a:r>
            <a:endParaRPr lang="vi-VN" sz="26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28783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HIỆN THỰC HÓA NGHIÊN CỨU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vi-VN" sz="2600" b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Chức năng hệ thống: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Admin tài khoản: Quản lý tài khoản người dùng 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Ban giám đốc: Quản lý các danh mục chung, hội đồng, xem thống kê.  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Đơn vị trực thuộc: Tiếp nhận và xét duyệt sáng kiến, xem thống kê nội bộ.  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Hội đồng: Đánh giá sáng kiến.  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Cán bộ, giảng viên: Nộp, chỉnh sửa hồ sơ. </a:t>
            </a: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925581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HIỆN THỰC HÓA NGHIÊN CỨU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vi-VN" sz="2600" b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Sơ đồ use case</a:t>
            </a:r>
          </a:p>
          <a:p>
            <a:pPr marL="0" indent="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None/>
            </a:pPr>
            <a:endParaRPr lang="vi-VN" sz="260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7" name="Picture 6"/>
          <p:cNvPicPr/>
          <p:nvPr/>
        </p:nvPicPr>
        <p:blipFill>
          <a:blip r:embed="rId2"/>
          <a:stretch>
            <a:fillRect/>
          </a:stretch>
        </p:blipFill>
        <p:spPr>
          <a:xfrm>
            <a:off x="4441825" y="2622555"/>
            <a:ext cx="2708910" cy="2159635"/>
          </a:xfrm>
          <a:prstGeom prst="rect">
            <a:avLst/>
          </a:prstGeom>
        </p:spPr>
      </p:pic>
      <p:pic>
        <p:nvPicPr>
          <p:cNvPr id="9" name="Picture 8"/>
          <p:cNvPicPr/>
          <p:nvPr/>
        </p:nvPicPr>
        <p:blipFill>
          <a:blip r:embed="rId3"/>
          <a:stretch>
            <a:fillRect/>
          </a:stretch>
        </p:blipFill>
        <p:spPr>
          <a:xfrm>
            <a:off x="861061" y="2802577"/>
            <a:ext cx="2750185" cy="1799590"/>
          </a:xfrm>
          <a:prstGeom prst="rect">
            <a:avLst/>
          </a:prstGeom>
        </p:spPr>
      </p:pic>
      <p:pic>
        <p:nvPicPr>
          <p:cNvPr id="10" name="Picture 9"/>
          <p:cNvPicPr/>
          <p:nvPr/>
        </p:nvPicPr>
        <p:blipFill>
          <a:blip r:embed="rId4"/>
          <a:stretch>
            <a:fillRect/>
          </a:stretch>
        </p:blipFill>
        <p:spPr>
          <a:xfrm>
            <a:off x="7867014" y="2262510"/>
            <a:ext cx="3486785" cy="287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47737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HIỆN THỰC HÓA NGHIÊN CỨU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vi-VN" sz="2600" b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Sơ đồ use case</a:t>
            </a:r>
          </a:p>
          <a:p>
            <a:pPr marL="0" indent="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None/>
            </a:pPr>
            <a:endParaRPr lang="vi-VN" sz="260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9" name="Picture 8"/>
          <p:cNvPicPr/>
          <p:nvPr/>
        </p:nvPicPr>
        <p:blipFill>
          <a:blip r:embed="rId2"/>
          <a:stretch>
            <a:fillRect/>
          </a:stretch>
        </p:blipFill>
        <p:spPr>
          <a:xfrm>
            <a:off x="838199" y="2904807"/>
            <a:ext cx="3263900" cy="2159635"/>
          </a:xfrm>
          <a:prstGeom prst="rect">
            <a:avLst/>
          </a:prstGeom>
        </p:spPr>
      </p:pic>
      <p:pic>
        <p:nvPicPr>
          <p:cNvPr id="8" name="Picture 7" descr="C:\Users\thevi\Downloads\xxxxxxxxxxxxxxxxxxxxxx (2).png"/>
          <p:cNvPicPr/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45" t="9671" r="18413" b="15784"/>
          <a:stretch/>
        </p:blipFill>
        <p:spPr bwMode="auto">
          <a:xfrm>
            <a:off x="6121270" y="1320624"/>
            <a:ext cx="3002400" cy="532800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57206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:\Users\thevi\Downloads\erđatnnew (3).png"/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2" t="21184" r="6789" b="21214"/>
          <a:stretch/>
        </p:blipFill>
        <p:spPr bwMode="auto">
          <a:xfrm>
            <a:off x="4651539" y="1308005"/>
            <a:ext cx="5759450" cy="533527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HIỆN THỰC HÓA NGHIÊN CỨU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vi-VN" sz="2600" b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Mô hình thực thể kết hợp</a:t>
            </a: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109438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HIỆN THỰC HÓA NGHIÊN CỨU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vi-VN" sz="2600" b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Mô hình dữ liệu quan hệ</a:t>
            </a: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7" name="Picture 6" descr="C:\Users\thevi\Downloads\qhqhqhq.png"/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3" t="21184" r="6411" b="21312"/>
          <a:stretch/>
        </p:blipFill>
        <p:spPr bwMode="auto">
          <a:xfrm>
            <a:off x="4628389" y="1328660"/>
            <a:ext cx="5759450" cy="528891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280768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KẾT QUẢ NGHIÊN CỨU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Xây dựng thành công website quản lý sáng kiến kinh nghiệm với các chức năng phù hợp với yêu cầu đặt ra.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Kết nối API với mô hình trí tuệ nhân tạo để tạo dữ liệu cho hệ thống.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Tích hợp thành công chức năng tìm kiếm hướng ngữ nghĩa nhờ vận dụng kỹ thuật N-grams</a:t>
            </a: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21326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KẾT LUẬN VÀ HƯỚNG PHÁT TRIỂN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vi-VN" sz="2600" b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Kết quả đạt được: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Hoàn thành website quản lý sáng </a:t>
            </a: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kiến với đa </a:t>
            </a:r>
            <a:r>
              <a:rPr lang="vi-VN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cấp quản lý. 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Số hóa việc nộp, duyệt hồ sơ và tích hợp biểu đồ thống kê. </a:t>
            </a:r>
            <a:endParaRPr lang="vi-VN" sz="260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Tìm hiểu về mô hình ngôn ngữ lớn và tạo dữ liệu bằng AI.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Ứng dụng kỹ thuật N-grams hỗ trợ tìm kiếm theo ngữ nghĩa cơ bản.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86779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KẾT LUẬN VÀ HƯỚNG PHÁT TRIỂN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vi-VN" sz="2600" b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Hạn chế: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Tìm kiếm ngữ nghĩa còn đơn giản, chưa xử lý được các ngữ cảnh phức tạp.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Thống kê dừng lại ở mức tổng hợp trực quan, chưa phân tích chuyên sâu.</a:t>
            </a: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1719588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72750"/>
            <a:ext cx="10515600" cy="729574"/>
          </a:xfrm>
        </p:spPr>
        <p:txBody>
          <a:bodyPr>
            <a:normAutofit/>
          </a:bodyPr>
          <a:lstStyle/>
          <a:p>
            <a:r>
              <a:rPr lang="vi-VN" sz="3600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KẾT LUẬN VÀ HƯỚNG PHÁT TRIỂN</a:t>
            </a:r>
            <a:endParaRPr lang="vi-VN" sz="3600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6835"/>
            <a:ext cx="10515600" cy="5231165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vi-VN" sz="2600" b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Hướng phát triển: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Nghiên cứu áp dụng các mô hình xử lý ngôn ngữ tự nhiên hiện đại hơn.  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Bổ sung chức năng xuất dữ liệu báo cáo và thống kê chuyên sâu.  </a:t>
            </a:r>
          </a:p>
          <a:p>
            <a:pPr algn="just">
              <a:lnSpc>
                <a:spcPct val="125000"/>
              </a:lnSpc>
              <a:spcBef>
                <a:spcPts val="300"/>
              </a:spcBef>
              <a:spcAft>
                <a:spcPts val="300"/>
              </a:spcAft>
              <a:buFont typeface="Sitka Text Semibold" pitchFamily="2" charset="0"/>
              <a:buChar char="-"/>
            </a:pPr>
            <a:r>
              <a:rPr lang="vi-VN"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Tối ưu hóa câu lệnh truy vấn và nâng cao bảo mật hệ thống.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336000" y="1202324"/>
            <a:ext cx="11520000" cy="72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51467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6678000"/>
            <a:ext cx="12191999" cy="180000"/>
          </a:xfrm>
          <a:prstGeom prst="rect">
            <a:avLst/>
          </a:prstGeom>
          <a:solidFill>
            <a:srgbClr val="05348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838200" y="2825529"/>
            <a:ext cx="10515600" cy="605059"/>
          </a:xfrm>
        </p:spPr>
        <p:txBody>
          <a:bodyPr anchor="ctr"/>
          <a:lstStyle/>
          <a:p>
            <a:pPr marL="0" indent="0" algn="ctr">
              <a:buNone/>
            </a:pPr>
            <a:r>
              <a:rPr lang="vi-VN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XIN CẢM ƠN THẦY CÔ ĐÃ </a:t>
            </a:r>
            <a:r>
              <a:rPr lang="vi-VN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THEO DÕI BÀI </a:t>
            </a:r>
            <a:r>
              <a:rPr lang="vi-VN" b="1" smtClean="0">
                <a:solidFill>
                  <a:srgbClr val="0534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BÁO CÁO</a:t>
            </a:r>
            <a:endParaRPr lang="vi-VN" b="1">
              <a:solidFill>
                <a:srgbClr val="05348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3716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556</Words>
  <Application>Microsoft Office PowerPoint</Application>
  <PresentationFormat>Widescreen</PresentationFormat>
  <Paragraphs>55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Sitka Text Semibold</vt:lpstr>
      <vt:lpstr>Times New Roman</vt:lpstr>
      <vt:lpstr>Office Theme</vt:lpstr>
      <vt:lpstr>ĐẠI HỌC TRÀ VINH TRƯỜNG KỸ THUẬT VÀ CÔNG NGHỆ</vt:lpstr>
      <vt:lpstr>GIỚI THIỆU</vt:lpstr>
      <vt:lpstr>CƠ SỞ LÝ THUYẾT</vt:lpstr>
      <vt:lpstr>HIỆN THỰC HÓA NGHIÊN CỨU</vt:lpstr>
      <vt:lpstr>HIỆN THỰC HÓA NGHIÊN CỨU</vt:lpstr>
      <vt:lpstr>HIỆN THỰC HÓA NGHIÊN CỨU</vt:lpstr>
      <vt:lpstr>HIỆN THỰC HÓA NGHIÊN CỨU</vt:lpstr>
      <vt:lpstr>HIỆN THỰC HÓA NGHIÊN CỨU</vt:lpstr>
      <vt:lpstr>KẾT QUẢ NGHIÊN CỨU</vt:lpstr>
      <vt:lpstr>KẾT LUẬN VÀ HƯỚNG PHÁT TRIỂN</vt:lpstr>
      <vt:lpstr>KẾT LUẬN VÀ HƯỚNG PHÁT TRIỂN</vt:lpstr>
      <vt:lpstr>KẾT LUẬN VÀ HƯỚNG PHÁT TRIỂN</vt:lpstr>
      <vt:lpstr>PowerPoint Presentation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ĐẠI HỌC TRÀ VINH TRƯỜNG KỸ THUẬT VÀ CÔNG NGHỆ</dc:title>
  <dc:creator>Phạm Thế Vinh</dc:creator>
  <cp:lastModifiedBy>Phạm Thế Vinh</cp:lastModifiedBy>
  <cp:revision>94</cp:revision>
  <dcterms:created xsi:type="dcterms:W3CDTF">2026-06-28T12:56:41Z</dcterms:created>
  <dcterms:modified xsi:type="dcterms:W3CDTF">2026-06-29T15:07:33Z</dcterms:modified>
</cp:coreProperties>
</file>